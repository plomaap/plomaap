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Work Sans"/>
      <p:regular r:id="rId14"/>
      <p:bold r:id="rId15"/>
      <p:italic r:id="rId16"/>
      <p:boldItalic r:id="rId17"/>
    </p:embeddedFont>
    <p:embeddedFont>
      <p:font typeface="Work Sans L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yHBlwSHpxoEyKZvT9+agN0XOh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Light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WorkSansLigh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WorkSans-bold.fntdata"/><Relationship Id="rId14" Type="http://schemas.openxmlformats.org/officeDocument/2006/relationships/font" Target="fonts/WorkSans-regular.fntdata"/><Relationship Id="rId17" Type="http://schemas.openxmlformats.org/officeDocument/2006/relationships/font" Target="fonts/WorkSans-boldItalic.fntdata"/><Relationship Id="rId16" Type="http://schemas.openxmlformats.org/officeDocument/2006/relationships/font" Target="fonts/WorkSans-italic.fntdata"/><Relationship Id="rId5" Type="http://schemas.openxmlformats.org/officeDocument/2006/relationships/slide" Target="slides/slide1.xml"/><Relationship Id="rId19" Type="http://schemas.openxmlformats.org/officeDocument/2006/relationships/font" Target="fonts/WorkSansLight-bold.fntdata"/><Relationship Id="rId6" Type="http://schemas.openxmlformats.org/officeDocument/2006/relationships/slide" Target="slides/slide2.xml"/><Relationship Id="rId18" Type="http://schemas.openxmlformats.org/officeDocument/2006/relationships/font" Target="fonts/WorkSans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8" name="Google Shape;1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document/d/1-vlvohg06iXksyKSmwOPXUJbeuJALj80w9yFSClJ52Q/edit?usp=sharing" TargetMode="External"/><Relationship Id="rId4" Type="http://schemas.openxmlformats.org/officeDocument/2006/relationships/hyperlink" Target="https://docs.google.com/document/d/1-vlvohg06iXksyKSmwOPXUJbeuJALj80w9yFSClJ52Q/edit?usp=sharing" TargetMode="External"/><Relationship Id="rId5" Type="http://schemas.openxmlformats.org/officeDocument/2006/relationships/hyperlink" Target="https://docs.google.com/document/d/1-vlvohg06iXksyKSmwOPXUJbeuJALj80w9yFSClJ52Q/edit?usp=sharing" TargetMode="External"/><Relationship Id="rId6" Type="http://schemas.openxmlformats.org/officeDocument/2006/relationships/hyperlink" Target="https://docs.google.com/document/d/1-vlvohg06iXksyKSmwOPXUJbeuJALj80w9yFSClJ52Q/edit?usp=sharing" TargetMode="External"/><Relationship Id="rId7" Type="http://schemas.openxmlformats.org/officeDocument/2006/relationships/hyperlink" Target="https://docs.google.com/document/d/1-vlvohg06iXksyKSmwOPXUJbeuJALj80w9yFSClJ52Q/edit?usp=sharing" TargetMode="External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hyperlink" Target="https://github.com/Plomaap/Plomaap/blob/main/PlomApp%20Diagrama%20Casos%20De%20Usos.PNG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document/d/1-vlvohg06iXksyKSmwOPXUJbeuJALj80w9yFSClJ52Q/edit?usp=sharing" TargetMode="External"/><Relationship Id="rId4" Type="http://schemas.openxmlformats.org/officeDocument/2006/relationships/hyperlink" Target="https://docs.google.com/document/d/1-vlvohg06iXksyKSmwOPXUJbeuJALj80w9yFSClJ52Q/edit?usp=sharing" TargetMode="External"/><Relationship Id="rId9" Type="http://schemas.openxmlformats.org/officeDocument/2006/relationships/hyperlink" Target="https://github.com/Plomaap/Plomaap/blob/main/PlomApp%20Diagrama%20Casos%20De%20Usos.PNG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hyperlink" Target="https://github.com/Plomaap/Plomaap/blob/main/Documentacion%20Casos%20De%20Usos.pdf" TargetMode="External"/><Relationship Id="rId8" Type="http://schemas.openxmlformats.org/officeDocument/2006/relationships/hyperlink" Target="https://github.com/Plomaap/Plomaap/blob/main/Documentacion%20Casos%20De%20Usos.pdf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document/d/1-vlvohg06iXksyKSmwOPXUJbeuJALj80w9yFSClJ52Q/edit?usp=sharing" TargetMode="External"/><Relationship Id="rId4" Type="http://schemas.openxmlformats.org/officeDocument/2006/relationships/hyperlink" Target="https://github.com/Plomaap/Plomaap/blob/main/Modelo%20ER.jpg" TargetMode="External"/><Relationship Id="rId5" Type="http://schemas.openxmlformats.org/officeDocument/2006/relationships/hyperlink" Target="https://github.com/Plomaap/Plomaap/blob/main/Modelo%20ER.jpg" TargetMode="External"/><Relationship Id="rId6" Type="http://schemas.openxmlformats.org/officeDocument/2006/relationships/hyperlink" Target="https://docs.google.com/document/d/1-vlvohg06iXksyKSmwOPXUJbeuJALj80w9yFSClJ52Q/edit?usp=sharing" TargetMode="External"/><Relationship Id="rId7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document/d/1-vlvohg06iXksyKSmwOPXUJbeuJALj80w9yFSClJ52Q/edit?usp=sharing" TargetMode="External"/><Relationship Id="rId4" Type="http://schemas.openxmlformats.org/officeDocument/2006/relationships/hyperlink" Target="https://github.com/Plomaap/Plomaap/blob/main/Diagrama%20Modelo%20Relacional.png" TargetMode="External"/><Relationship Id="rId5" Type="http://schemas.openxmlformats.org/officeDocument/2006/relationships/hyperlink" Target="https://drive.google.com/file/d/1NoyCg-QCzuTWJsauaH0bfPmI6tAaDDpN/view?usp=sharing" TargetMode="External"/><Relationship Id="rId6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document/d/1-vlvohg06iXksyKSmwOPXUJbeuJALj80w9yFSClJ52Q/edit?usp=sharing" TargetMode="External"/><Relationship Id="rId4" Type="http://schemas.openxmlformats.org/officeDocument/2006/relationships/hyperlink" Target="https://docs.google.com/spreadsheets/d/1SG0070ts7jpRq4pHfJAvbNXjbeLCrQUG/edit?usp=sharing&amp;ouid=106167304266960910799&amp;rtpof=true&amp;sd=true" TargetMode="External"/><Relationship Id="rId5" Type="http://schemas.openxmlformats.org/officeDocument/2006/relationships/hyperlink" Target="https://docs.google.com/document/d/1-vlvohg06iXksyKSmwOPXUJbeuJALj80w9yFSClJ52Q/edit?usp=sharing" TargetMode="External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document/d/1-vlvohg06iXksyKSmwOPXUJbeuJALj80w9yFSClJ52Q/edit?usp=sharing" TargetMode="External"/><Relationship Id="rId4" Type="http://schemas.openxmlformats.org/officeDocument/2006/relationships/hyperlink" Target="https://github.com/Plomaap/Plomaap/blob/main/Diagrama%20de%20clases.jpeg" TargetMode="External"/><Relationship Id="rId5" Type="http://schemas.openxmlformats.org/officeDocument/2006/relationships/hyperlink" Target="https://docs.google.com/document/d/1-vlvohg06iXksyKSmwOPXUJbeuJALj80w9yFSClJ52Q/edit?usp=sharing" TargetMode="External"/><Relationship Id="rId6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document/d/1-vlvohg06iXksyKSmwOPXUJbeuJALj80w9yFSClJ52Q/edit?usp=sharing" TargetMode="External"/><Relationship Id="rId4" Type="http://schemas.openxmlformats.org/officeDocument/2006/relationships/hyperlink" Target="https://github.com/Plomaap/Plomaap/blob/main/image.png" TargetMode="External"/><Relationship Id="rId5" Type="http://schemas.openxmlformats.org/officeDocument/2006/relationships/hyperlink" Target="https://docs.google.com/document/d/1-vlvohg06iXksyKSmwOPXUJbeuJALj80w9yFSClJ52Q/edit?usp=sharing" TargetMode="External"/><Relationship Id="rId6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/>
        </p:nvSpPr>
        <p:spPr>
          <a:xfrm>
            <a:off x="995422" y="2551837"/>
            <a:ext cx="645367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PlomApp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995422" y="3686476"/>
            <a:ext cx="59732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PlomApp –Plataforma digital para servicios de mantenimiento para el hogar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hlinkClick r:id="rId3"/>
          </p:cNvPr>
          <p:cNvSpPr txBox="1"/>
          <p:nvPr/>
        </p:nvSpPr>
        <p:spPr>
          <a:xfrm>
            <a:off x="840605" y="2274838"/>
            <a:ext cx="630454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costos y proveedores según las necesidades del proyecto.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análisis busca evaluar los costos del proyecto, considerando los recursos tecnológicos y servicios necesarios, así como una revisión técnica y económica del software y hardware para elegir las opciones más adecuadas en calidad, compatibilidad, rendimiento y precio.</a:t>
            </a:r>
            <a:endParaRPr sz="1600" u="sng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 u="sng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 u="sng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u="sng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Ficha Tecnica Pdf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79343" y="0"/>
            <a:ext cx="421265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/>
          <p:nvPr/>
        </p:nvSpPr>
        <p:spPr>
          <a:xfrm>
            <a:off x="3992879" y="4518258"/>
            <a:ext cx="1199147" cy="11991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>
            <a:hlinkClick r:id="rId3"/>
          </p:cNvPr>
          <p:cNvSpPr txBox="1"/>
          <p:nvPr/>
        </p:nvSpPr>
        <p:spPr>
          <a:xfrm>
            <a:off x="4392237" y="1706940"/>
            <a:ext cx="722536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casos de uso y documentación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diagrama de casos de uso de PlomApp muestra cómo interactúan clientes, recepción, administración y técnicos, detallando sus funciones dentro de la aplicación. La documentación complementa con los objetivos y flujos de cada caso para facilitar el desarrollo del sistema.</a:t>
            </a:r>
            <a:endParaRPr sz="1600" u="sng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descr="Imagen de " id="115" name="Google Shape;115;p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418708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9875" y="3795031"/>
            <a:ext cx="2655323" cy="2692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7981300" y="3902000"/>
            <a:ext cx="374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u="sng">
                <a:solidFill>
                  <a:schemeClr val="hlink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7"/>
              </a:rPr>
              <a:t>Documentación</a:t>
            </a:r>
            <a:r>
              <a:rPr lang="es-MX" sz="1600" u="sng">
                <a:solidFill>
                  <a:schemeClr val="hlink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8"/>
              </a:rPr>
              <a:t> Casos De Usos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7981300" y="5098850"/>
            <a:ext cx="374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u="sng">
                <a:solidFill>
                  <a:schemeClr val="hlink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9"/>
              </a:rPr>
              <a:t>Vista Previa</a:t>
            </a:r>
            <a:r>
              <a:rPr lang="es-MX" sz="1600" u="sng">
                <a:solidFill>
                  <a:schemeClr val="hlink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10"/>
              </a:rPr>
              <a:t> Casos De Usos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>
            <a:hlinkClick r:id="rId3"/>
          </p:cNvPr>
          <p:cNvSpPr txBox="1"/>
          <p:nvPr/>
        </p:nvSpPr>
        <p:spPr>
          <a:xfrm>
            <a:off x="0" y="2245548"/>
            <a:ext cx="7225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Entidad-Relación del Sistema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diagrama muestra el modelo entidad-relación del proyecto con las principales entidades y sus conexiones, como Cliente, Solicitud, Servicio, Pago, Administrador, Técnico y Asignación. Refleja el proceso desde la solicitud del cliente hasta la asignación de técnicos y el registro de pagos.</a:t>
            </a:r>
            <a:r>
              <a:rPr lang="es-MX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Modelo Entidad - Relación PlomApp.</a:t>
            </a:r>
            <a:endParaRPr sz="1600" u="sng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descr="Imagen de " id="126" name="Google Shape;126;p4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delo Entidad-Relación | EDteam" id="127" name="Google Shape;127;p4"/>
          <p:cNvPicPr preferRelativeResize="0"/>
          <p:nvPr/>
        </p:nvPicPr>
        <p:blipFill rotWithShape="1">
          <a:blip r:embed="rId7">
            <a:alphaModFix/>
          </a:blip>
          <a:srcRect b="0" l="4972" r="11682" t="0"/>
          <a:stretch/>
        </p:blipFill>
        <p:spPr>
          <a:xfrm>
            <a:off x="7335077" y="-9940"/>
            <a:ext cx="486686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>
            <a:hlinkClick r:id="rId3"/>
          </p:cNvPr>
          <p:cNvSpPr txBox="1"/>
          <p:nvPr/>
        </p:nvSpPr>
        <p:spPr>
          <a:xfrm>
            <a:off x="5261751" y="1965875"/>
            <a:ext cx="66918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Normalización del modelo relacional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normalización del modelo relacional en PlomApp permitió estructurar la base de datos aplicando las tres primeras formas normales, eliminando redundancias y dependencias innecesarias. Gracias a esto, se creo un modelo más claro y eficiente para gestionar la información de clientes, servicios, técnicos y pagos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 	</a:t>
            </a:r>
            <a:r>
              <a:rPr lang="es-MX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Vista Previa Modelo Relacional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descr="Imagen de " id="134" name="Google Shape;134;p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ormalización de Bases de Datos | EDteam" id="135" name="Google Shape;135;p5"/>
          <p:cNvPicPr preferRelativeResize="0"/>
          <p:nvPr/>
        </p:nvPicPr>
        <p:blipFill rotWithShape="1">
          <a:blip r:embed="rId6">
            <a:alphaModFix/>
          </a:blip>
          <a:srcRect b="0" l="11092" r="10439" t="0"/>
          <a:stretch/>
        </p:blipFill>
        <p:spPr>
          <a:xfrm>
            <a:off x="0" y="719137"/>
            <a:ext cx="4860175" cy="5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>
            <a:hlinkClick r:id="rId3"/>
          </p:cNvPr>
          <p:cNvSpPr txBox="1"/>
          <p:nvPr/>
        </p:nvSpPr>
        <p:spPr>
          <a:xfrm>
            <a:off x="216215" y="1519297"/>
            <a:ext cx="72255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Diccionario de Datos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proyecto PlomApp se elaboró el </a:t>
            </a: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diccionario de datos</a:t>
            </a: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documenta los campos, tipos y descripciones de cada tabla del sistema. Este recurso facilita la comprensión de la base de datos y asegura coherencia en su desarrollo y mantenimiento.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Diccionario De Datos</a:t>
            </a:r>
            <a:endParaRPr sz="1600" u="sng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descr="Imagen de " id="142" name="Google Shape;142;p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ccionario de elementos de datos | Lenguaje Mintic" id="143" name="Google Shape;14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73617" y="1007164"/>
            <a:ext cx="4548809" cy="4353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>
            <a:hlinkClick r:id="rId3"/>
          </p:cNvPr>
          <p:cNvSpPr txBox="1"/>
          <p:nvPr/>
        </p:nvSpPr>
        <p:spPr>
          <a:xfrm>
            <a:off x="4704080" y="2368659"/>
            <a:ext cx="72255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Clases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diagrama de clases de PlomApp muestra las clases principales del sistema, sus atributos, métodos y relaciones. Sirve como base para el desarrollo, facilitando la organización del código y la comprensión de la estructura del proyecto.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Diagrama De Clases</a:t>
            </a:r>
            <a:endParaRPr sz="1600" u="sng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descr="Imagen de " id="150" name="Google Shape;150;p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lustración De Vector De Diagrama UML, Aislado Sobre Fondo Blanco  Ilustraciones svg, vectoriales, clip art vectorizado libre de derechos.  Image 82994230" id="151" name="Google Shape;151;p7"/>
          <p:cNvPicPr preferRelativeResize="0"/>
          <p:nvPr/>
        </p:nvPicPr>
        <p:blipFill rotWithShape="1">
          <a:blip r:embed="rId6">
            <a:alphaModFix/>
          </a:blip>
          <a:srcRect b="0" l="7309" r="6241" t="0"/>
          <a:stretch/>
        </p:blipFill>
        <p:spPr>
          <a:xfrm>
            <a:off x="91440" y="147320"/>
            <a:ext cx="4704080" cy="6258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>
            <a:hlinkClick r:id="rId3"/>
          </p:cNvPr>
          <p:cNvSpPr txBox="1"/>
          <p:nvPr/>
        </p:nvSpPr>
        <p:spPr>
          <a:xfrm>
            <a:off x="193912" y="1976497"/>
            <a:ext cx="71823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Despliegue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diagrama de despliegue se muestra la distribución de los componentes del sistema en servidores y dispositivos, representando los nodos y conexiones necesarias. Facilita la comprensión de la arquitectura y asegura una correcta implementación del sistema.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Vista Previa Diagrama De Despliegue</a:t>
            </a:r>
            <a:endParaRPr sz="1600" u="sng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descr="Imagen de " id="158" name="Google Shape;158;p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60+ Diagrama De Despliegue Fotografías de stock, fotos e imágenes libres  de derechos - iStock" id="159" name="Google Shape;159;p8"/>
          <p:cNvPicPr preferRelativeResize="0"/>
          <p:nvPr/>
        </p:nvPicPr>
        <p:blipFill rotWithShape="1">
          <a:blip r:embed="rId6">
            <a:alphaModFix/>
          </a:blip>
          <a:srcRect b="22549" l="20719" r="20543" t="0"/>
          <a:stretch/>
        </p:blipFill>
        <p:spPr>
          <a:xfrm>
            <a:off x="8128000" y="1019175"/>
            <a:ext cx="3423920" cy="451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164" name="Google Shape;1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